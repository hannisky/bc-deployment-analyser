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7" r:id="rId19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E5150F-0AA3-9308-64E3-A284E486A1A9}" v="4" dt="2026-09-17T13:39:59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9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Solution context: attached README.md and BC_Deployment_Analyzer_Solution_Design.docx.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Attached BC_Deployment_Analyzer_Solution_Design.docx, lines 37-42.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Attached BC_Deployment_Analyzer_Solution_Design.docx, lines 42-43 and 122-125.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42B64-F2EB-363D-AE29-26A25B763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60ED7-9DEF-FE70-422D-3E85AE49D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57676-D330-060E-8332-9BC6B480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Attached BC_Deployment_Analyzer_Solution_Design.docx, lines 42-43 and 122-125.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DEDDC-DA7F-A91A-4498-982E11D1C4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9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AA682-CE04-8556-CB9C-D3BD22CBD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FF9E4-F538-BFD2-D85E-0EEE72A58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F81DB-BE40-434C-A812-49CCE0014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Attached BC_Deployment_Analyzer_Solution_Design.docx, lines 42-43 and 122-125.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B4BAC-2310-E392-72F4-97B24FEEC0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6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Attached BC_Deployment_Analyzer_Solution_Design.docx, lines 108-117.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Attached BC_Deployment_Analyzer_Solution_Design.docx, lines 44-62.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Attached BC_Deployment_Analyzer_Solution_Design.docx, lines 64-105 and 128-130.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Attached README.md and BC_Deployment_Analyzer_Solution_Design.docx, lines 29-34 and 110-125.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Attached README.md and BC_Deployment_Analyzer_Solution_Design.docx, lines 37-55, 121-125.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Attached README.md and BC_Deployment_Analyzer_Solution_Design.docx, lines 29-34 and 122-130.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INBIZ  |  BC DEPLOYMENT ANALYZER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0" y="6492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SUBMISSION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github.com/hannisky/BC-Deployment-Analyser" TargetMode="Externa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7498080" y="640080"/>
            <a:ext cx="3840480" cy="3840480"/>
          </a:xfrm>
          <a:prstGeom prst="ellipse">
            <a:avLst/>
          </a:prstGeom>
          <a:solidFill>
            <a:srgbClr val="14294A">
              <a:alpha val="82000"/>
            </a:srgbClr>
          </a:solidFill>
          <a:ln w="15240">
            <a:solidFill>
              <a:srgbClr val="1D3D6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8549640" y="1691640"/>
            <a:ext cx="2286000" cy="2286000"/>
          </a:xfrm>
          <a:prstGeom prst="ellipse">
            <a:avLst/>
          </a:prstGeom>
          <a:solidFill>
            <a:srgbClr val="22295A">
              <a:alpha val="82000"/>
            </a:srgbClr>
          </a:solidFill>
          <a:ln w="15240">
            <a:solidFill>
              <a:srgbClr val="8B5CF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9281160" y="2423160"/>
            <a:ext cx="822960" cy="822960"/>
          </a:xfrm>
          <a:prstGeom prst="ellipse">
            <a:avLst/>
          </a:prstGeom>
          <a:solidFill>
            <a:srgbClr val="3B82F6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</a:rPr>
              <a:t>INBIZ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F9FC"/>
                </a:solidFill>
              </a:rPr>
              <a:t>BC Deployment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7F9FC"/>
                </a:solidFill>
              </a:rPr>
              <a:t>Analyzer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58368" y="2788920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7F5"/>
                </a:solidFill>
              </a:rPr>
              <a:t>Living Business Central documentation, powered by Microsoft Foundry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376732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8"/>
                </a:solidFill>
              </a:rPr>
              <a:t>From source code and deployed versions to trusted, searchable consultant knowledge.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4983480"/>
            <a:ext cx="2834640" cy="1"/>
          </a:xfrm>
          <a:prstGeom prst="line">
            <a:avLst/>
          </a:prstGeom>
          <a:noFill/>
          <a:ln w="25400">
            <a:solidFill>
              <a:srgbClr val="27C3F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7360920" y="5230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" dirty="0">
                <a:solidFill>
                  <a:srgbClr val="C9D7EA"/>
                </a:solidFill>
              </a:rPr>
              <a:t>CODE  →  KNOWLEDGE  →  ANSWERS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58064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0B6"/>
                </a:solidFill>
              </a:rPr>
              <a:t>Hackathon submission  |  Hannes Kalisky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7C3F3"/>
                </a:solidFill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1334" y="731520"/>
            <a:ext cx="11174697" cy="56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9FC"/>
                </a:solidFill>
              </a:rPr>
              <a:t>Consultants should not have to read code to understand a customer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961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8"/>
                </a:solidFill>
              </a:rPr>
              <a:t>Today, critical knowledge is fragmented across source code, environments and individual experience.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64008" cy="2468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850392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Knowledge is hard to access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0392" y="2633472"/>
            <a:ext cx="301752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Business logic lives in AL code and in developers’ heads.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64008" cy="246888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599432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Documentation goes stale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9432" y="2633472"/>
            <a:ext cx="301752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Manual implementation documents quickly fall behind the actual solution.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192024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8092440" y="1920240"/>
            <a:ext cx="64008" cy="2468880"/>
          </a:xfrm>
          <a:prstGeom prst="rect">
            <a:avLst/>
          </a:prstGeom>
          <a:solidFill>
            <a:srgbClr val="27C3F3"/>
          </a:solidFill>
          <a:ln w="12700">
            <a:solidFill>
              <a:srgbClr val="27C3F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8348472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Deployment status is unclear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48472" y="2633472"/>
            <a:ext cx="301752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Teams lack a fast view of which version is in Git and which version is live.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88720" y="4892040"/>
            <a:ext cx="9784080" cy="777240"/>
          </a:xfrm>
          <a:prstGeom prst="roundRect">
            <a:avLst>
              <a:gd name="adj" fmla="val 9412"/>
            </a:avLst>
          </a:prstGeom>
          <a:solidFill>
            <a:srgbClr val="132A42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1463040" y="513892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9FC"/>
                </a:solidFill>
              </a:rPr>
              <a:t>Result: consultants spend time searching, asking developers and validating facts manually.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7C3F3"/>
                </a:solidFill>
              </a:rPr>
              <a:t>THE USE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9FC"/>
                </a:solidFill>
              </a:rPr>
              <a:t>A living knowledge layer for InBiz consultants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8"/>
                </a:solidFill>
              </a:rPr>
              <a:t>BC Deployment Analyzer creates and maintains customer-specific implementation documentation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4800600" cy="3474720"/>
          </a:xfrm>
          <a:prstGeom prst="roundRect">
            <a:avLst>
              <a:gd name="adj" fmla="val 2105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C3F3"/>
                </a:solidFill>
              </a:rPr>
              <a:t>Consultant question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9FC"/>
                </a:solidFill>
              </a:rPr>
              <a:t>“What customizations does this customer have, how do they work and when did they last change?”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5840" y="4251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6C8"/>
                </a:solidFill>
              </a:rPr>
              <a:t>Asked in Microsoft 365 Copilot, without opening the AL repository.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50992" y="2926080"/>
            <a:ext cx="640080" cy="109728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6537960" y="187452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6537960" y="1874520"/>
            <a:ext cx="64008" cy="960120"/>
          </a:xfrm>
          <a:prstGeom prst="rect">
            <a:avLst/>
          </a:prstGeom>
          <a:solidFill>
            <a:srgbClr val="37C58A"/>
          </a:solidFill>
          <a:ln w="12700">
            <a:solidFill>
              <a:srgbClr val="37C5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6793992" y="21031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Current documentation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93992" y="2587752"/>
            <a:ext cx="4434840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Generated from the latest source code.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306324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6537960" y="3063240"/>
            <a:ext cx="64008" cy="960120"/>
          </a:xfrm>
          <a:prstGeom prst="rect">
            <a:avLst/>
          </a:prstGeom>
          <a:solidFill>
            <a:srgbClr val="27C3F3"/>
          </a:solidFill>
          <a:ln w="12700">
            <a:solidFill>
              <a:srgbClr val="27C3F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6793992" y="32918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Deployment confidence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93992" y="3776472"/>
            <a:ext cx="4434840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Versions compared across Git and Business Central.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425196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6537960" y="4251960"/>
            <a:ext cx="64008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6793992" y="44805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Visible change history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93992" y="4965192"/>
            <a:ext cx="4434840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Merged pull requests become readable release notes.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0CC7F-F54A-1E3F-0A39-A227F1A33DA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3" name="Bildobjekt 2">
            <a:extLst>
              <a:ext uri="{FF2B5EF4-FFF2-40B4-BE49-F238E27FC236}">
                <a16:creationId xmlns:a16="http://schemas.microsoft.com/office/drawing/2014/main" id="{920DBC3D-6410-A11D-3594-071E0543D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58" y="110720"/>
            <a:ext cx="11413084" cy="618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38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7FA1B-BC83-26E7-BF81-C69E39F4984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E88D835D-A7F8-03F5-5CBA-BCE765732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965" y="110720"/>
            <a:ext cx="7686071" cy="618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58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7C3F3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9FC"/>
                </a:solidFill>
              </a:rPr>
              <a:t>From merged code to consultant-ready knowledge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8"/>
                </a:solidFill>
              </a:rPr>
              <a:t>A governed flow combines deterministic analysis with specialized Foundry agents.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600200" cy="2057400"/>
          </a:xfrm>
          <a:prstGeom prst="roundRect">
            <a:avLst>
              <a:gd name="adj" fmla="val 4571"/>
            </a:avLst>
          </a:prstGeom>
          <a:solidFill>
            <a:srgbClr val="121C2E"/>
          </a:solidFill>
          <a:ln w="1524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1014984" y="2395728"/>
            <a:ext cx="566928" cy="5669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1014984" y="25328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9FC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9FC"/>
                </a:solidFill>
              </a:rPr>
              <a:t>Discover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" y="361188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6C8"/>
                </a:solidFill>
              </a:rPr>
              <a:t>GitHub + BC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67128" y="2880360"/>
            <a:ext cx="201168" cy="548640"/>
          </a:xfrm>
          <a:prstGeom prst="chevron">
            <a:avLst/>
          </a:prstGeom>
          <a:solidFill>
            <a:srgbClr val="49617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2423160" y="2148840"/>
            <a:ext cx="1600200" cy="2057400"/>
          </a:xfrm>
          <a:prstGeom prst="roundRect">
            <a:avLst>
              <a:gd name="adj" fmla="val 4571"/>
            </a:avLst>
          </a:prstGeom>
          <a:solidFill>
            <a:srgbClr val="121C2E"/>
          </a:solidFill>
          <a:ln w="1524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2935224" y="2395728"/>
            <a:ext cx="566928" cy="5669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2935224" y="25328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9FC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9FC"/>
                </a:solidFill>
              </a:rPr>
              <a:t>Detect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87752" y="361188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6C8"/>
                </a:solidFill>
              </a:rPr>
              <a:t>What changed?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87368" y="2880360"/>
            <a:ext cx="201168" cy="548640"/>
          </a:xfrm>
          <a:prstGeom prst="chevron">
            <a:avLst/>
          </a:prstGeom>
          <a:solidFill>
            <a:srgbClr val="49617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4343400" y="2148840"/>
            <a:ext cx="1600200" cy="2057400"/>
          </a:xfrm>
          <a:prstGeom prst="roundRect">
            <a:avLst>
              <a:gd name="adj" fmla="val 4571"/>
            </a:avLst>
          </a:prstGeom>
          <a:solidFill>
            <a:srgbClr val="18264A"/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4855464" y="2395728"/>
            <a:ext cx="566928" cy="5669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855464" y="25328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9FC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9FC"/>
                </a:solidFill>
              </a:rPr>
              <a:t>Track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07992" y="361188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6C8"/>
                </a:solidFill>
              </a:rPr>
              <a:t>Impact + changelog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07608" y="2880360"/>
            <a:ext cx="201168" cy="548640"/>
          </a:xfrm>
          <a:prstGeom prst="chevron">
            <a:avLst/>
          </a:prstGeom>
          <a:solidFill>
            <a:srgbClr val="49617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6263640" y="2148840"/>
            <a:ext cx="1600200" cy="2057400"/>
          </a:xfrm>
          <a:prstGeom prst="roundRect">
            <a:avLst>
              <a:gd name="adj" fmla="val 4571"/>
            </a:avLst>
          </a:prstGeom>
          <a:solidFill>
            <a:srgbClr val="18264A"/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6775704" y="2395728"/>
            <a:ext cx="566928" cy="5669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6775704" y="25328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9FC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9FC"/>
                </a:solidFill>
              </a:rPr>
              <a:t>Analyze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28232" y="361188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6C8"/>
                </a:solidFill>
              </a:rPr>
              <a:t>Explain current code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27848" y="2880360"/>
            <a:ext cx="201168" cy="548640"/>
          </a:xfrm>
          <a:prstGeom prst="chevron">
            <a:avLst/>
          </a:prstGeom>
          <a:solidFill>
            <a:srgbClr val="49617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8183880" y="2148840"/>
            <a:ext cx="1600200" cy="2057400"/>
          </a:xfrm>
          <a:prstGeom prst="roundRect">
            <a:avLst>
              <a:gd name="adj" fmla="val 4571"/>
            </a:avLst>
          </a:prstGeom>
          <a:solidFill>
            <a:srgbClr val="121C2E"/>
          </a:solidFill>
          <a:ln w="1524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8695944" y="2395728"/>
            <a:ext cx="566928" cy="5669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8695944" y="25328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9FC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9FC"/>
                </a:solidFill>
              </a:rPr>
              <a:t>Publish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48472" y="361188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6C8"/>
                </a:solidFill>
              </a:rPr>
              <a:t>Living Markdown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848088" y="2880360"/>
            <a:ext cx="201168" cy="548640"/>
          </a:xfrm>
          <a:prstGeom prst="chevron">
            <a:avLst/>
          </a:prstGeom>
          <a:solidFill>
            <a:srgbClr val="49617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Shape 33"/>
          <p:cNvSpPr/>
          <p:nvPr/>
        </p:nvSpPr>
        <p:spPr>
          <a:xfrm>
            <a:off x="10104120" y="2148840"/>
            <a:ext cx="1600200" cy="2057400"/>
          </a:xfrm>
          <a:prstGeom prst="roundRect">
            <a:avLst>
              <a:gd name="adj" fmla="val 4571"/>
            </a:avLst>
          </a:prstGeom>
          <a:solidFill>
            <a:srgbClr val="121C2E"/>
          </a:solidFill>
          <a:ln w="1524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Shape 34"/>
          <p:cNvSpPr/>
          <p:nvPr/>
        </p:nvSpPr>
        <p:spPr>
          <a:xfrm>
            <a:off x="10616184" y="2395728"/>
            <a:ext cx="566928" cy="5669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10616184" y="25328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9FC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4128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9FC"/>
                </a:solidFill>
              </a:rPr>
              <a:t>Use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268712" y="361188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6C8"/>
                </a:solidFill>
              </a:rPr>
              <a:t>Ask Copilot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69080" y="470916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161D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4297680" y="495604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9FC"/>
                </a:solidFill>
              </a:rPr>
              <a:t>Microsoft Foundry: agents • tracing • evaluation • versioning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7C3F3"/>
                </a:solidFill>
              </a:rPr>
              <a:t>THE AGENT COLLABORATION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9FC"/>
                </a:solidFill>
              </a:rPr>
              <a:t>Two focused agents, one controlled documentation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8"/>
                </a:solidFill>
              </a:rPr>
              <a:t>The agents answer different questions so change detection remains precise and documentation remains complete.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4983480" cy="2560320"/>
          </a:xfrm>
          <a:prstGeom prst="roundRect">
            <a:avLst>
              <a:gd name="adj" fmla="val 2857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64008" cy="2560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941832" y="20574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Change Analyzer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2542032"/>
            <a:ext cx="452628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50" dirty="0">
                <a:solidFill>
                  <a:srgbClr val="A9B6C8"/>
                </a:solidFill>
              </a:rPr>
              <a:t>Reads merged pull requests and code differences since the previous run.</a:t>
            </a:r>
            <a:endParaRPr lang="en-US" sz="1250" dirty="0"/>
          </a:p>
          <a:p>
            <a:r>
              <a:rPr lang="en-US" sz="1250" dirty="0">
                <a:solidFill>
                  <a:srgbClr val="A9B6C8"/>
                </a:solidFill>
              </a:rPr>
              <a:t>Assesses whether the change has no, minor or major documentation impact.</a:t>
            </a:r>
            <a:endParaRPr lang="en-US" sz="1250" dirty="0"/>
          </a:p>
          <a:p>
            <a:r>
              <a:rPr lang="en-US" sz="1250" dirty="0">
                <a:solidFill>
                  <a:srgbClr val="A9B6C8"/>
                </a:solidFill>
              </a:rPr>
              <a:t>Creates a consultant-readable change summary and routes the next step.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983480" cy="2560320"/>
          </a:xfrm>
          <a:prstGeom prst="roundRect">
            <a:avLst>
              <a:gd name="adj" fmla="val 2857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6537960" y="1828800"/>
            <a:ext cx="64008" cy="2560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793992" y="20574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Documentation Agent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93992" y="2542032"/>
            <a:ext cx="452628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250" dirty="0">
                <a:solidFill>
                  <a:srgbClr val="A9B6C8"/>
                </a:solidFill>
              </a:rPr>
              <a:t>Uses structured analysis of the current AL source.</a:t>
            </a:r>
            <a:endParaRPr lang="en-US" sz="1250" dirty="0"/>
          </a:p>
          <a:p>
            <a:r>
              <a:rPr lang="en-US" sz="1250" dirty="0">
                <a:solidFill>
                  <a:srgbClr val="A9B6C8"/>
                </a:solidFill>
              </a:rPr>
              <a:t>Explains the app and its business features in the InBiz documentation format.</a:t>
            </a:r>
            <a:endParaRPr lang="en-US" sz="1250" dirty="0"/>
          </a:p>
          <a:p>
            <a:r>
              <a:rPr lang="en-US" sz="1250" dirty="0">
                <a:solidFill>
                  <a:srgbClr val="A9B6C8"/>
                </a:solidFill>
              </a:rPr>
              <a:t>Updates only affected content or regenerates the full section when required.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06440" y="2670048"/>
            <a:ext cx="566928" cy="822960"/>
          </a:xfrm>
          <a:prstGeom prst="chevron">
            <a:avLst/>
          </a:prstGeom>
          <a:solidFill>
            <a:srgbClr val="27C3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1965960" y="4892040"/>
            <a:ext cx="8275320" cy="658368"/>
          </a:xfrm>
          <a:prstGeom prst="roundRect">
            <a:avLst>
              <a:gd name="adj" fmla="val 11111"/>
            </a:avLst>
          </a:prstGeom>
          <a:solidFill>
            <a:srgbClr val="142840"/>
          </a:solidFill>
          <a:ln w="12700">
            <a:solidFill>
              <a:srgbClr val="27C3F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2240280" y="5102352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9FC"/>
                </a:solidFill>
              </a:rPr>
              <a:t>Unchanged repositories are skipped. Changed repositories are updated proportionally to their impact.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7C3F3"/>
                </a:solidFill>
              </a:rPr>
              <a:t>WHY MICROSOFT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9FC"/>
                </a:solidFill>
              </a:rPr>
              <a:t>From a useful prototype to a governed enterprise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8"/>
                </a:solidFill>
              </a:rPr>
              <a:t>Foundry provides the control layer around the intelligence.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008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896112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Managed agents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542032"/>
            <a:ext cx="30175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Two specialized, versioned agents with clear responsibilities.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18288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4361688" y="1828800"/>
            <a:ext cx="64008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61772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Traceability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2542032"/>
            <a:ext cx="30175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Model and tool calls are observable through Application Insights.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3296" y="18288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64008" cy="1417320"/>
          </a:xfrm>
          <a:prstGeom prst="rect">
            <a:avLst/>
          </a:prstGeom>
          <a:solidFill>
            <a:srgbClr val="37C58A"/>
          </a:solidFill>
          <a:ln w="12700">
            <a:solidFill>
              <a:srgbClr val="37C5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8339328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Quality evaluation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39328" y="2542032"/>
            <a:ext cx="30175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Groundedness, adherence, coherence and fluency can be measured.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505456" y="370332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2505456" y="3703320"/>
            <a:ext cx="64008" cy="1417320"/>
          </a:xfrm>
          <a:prstGeom prst="rect">
            <a:avLst/>
          </a:prstGeom>
          <a:solidFill>
            <a:srgbClr val="27C3F3"/>
          </a:solidFill>
          <a:ln w="12700">
            <a:solidFill>
              <a:srgbClr val="27C3F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2761488" y="3931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Controlled orchestration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761488" y="4416552"/>
            <a:ext cx="30175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Changes route the pipeline to skip, update or regenerate.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27064" y="370332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6227064" y="3703320"/>
            <a:ext cx="64008" cy="141732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6483096" y="3931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Enterprise governance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83096" y="4416552"/>
            <a:ext cx="30175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Separate resources, Entra ID, least privilege and reviewable instructions.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7C3F3"/>
                </a:solidFill>
              </a:rPr>
              <a:t>FROM DOCUMENTATION TO DAILY USE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9FC"/>
                </a:solidFill>
              </a:rPr>
              <a:t>The GitHub connector brings current solution knowledge into Copilot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8"/>
                </a:solidFill>
              </a:rPr>
              <a:t>The generated Markdown becomes accessible where InBiz consultants already search and ask questions.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121C2E"/>
          </a:solidFill>
          <a:ln w="1524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1463040" y="2304288"/>
            <a:ext cx="731520" cy="731520"/>
          </a:xfrm>
          <a:prstGeom prst="ellipse">
            <a:avLst/>
          </a:prstGeom>
          <a:solidFill>
            <a:srgbClr val="37C5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1463040" y="2496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9FC"/>
                </a:solidFill>
              </a:rPr>
              <a:t>Publish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7673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6C8"/>
                </a:solidFill>
              </a:rPr>
              <a:t>Customer documentation and change history are committed to GitHub.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36392" y="3035808"/>
            <a:ext cx="256032" cy="502920"/>
          </a:xfrm>
          <a:prstGeom prst="chevron">
            <a:avLst/>
          </a:prstGeom>
          <a:solidFill>
            <a:srgbClr val="4A637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18264A"/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4343400" y="2304288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4343400" y="2496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9FC"/>
                </a:solidFill>
              </a:rPr>
              <a:t>Index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37673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6C8"/>
                </a:solidFill>
              </a:rPr>
              <a:t>The built-in Microsoft 365 Copilot GitHub connector indexes the Markdown.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16752" y="3035808"/>
            <a:ext cx="256032" cy="502920"/>
          </a:xfrm>
          <a:prstGeom prst="chevron">
            <a:avLst/>
          </a:prstGeom>
          <a:solidFill>
            <a:srgbClr val="4A637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6355080" y="201168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121C2E"/>
          </a:solidFill>
          <a:ln w="1524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7223760" y="2304288"/>
            <a:ext cx="731520" cy="7315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7223760" y="2496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9FC"/>
                </a:solidFill>
              </a:rPr>
              <a:t>Ask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37673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6C8"/>
                </a:solidFill>
              </a:rPr>
              <a:t>Consultants ask customer-specific questions in Microsoft 365 Copilot.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97112" y="3035808"/>
            <a:ext cx="256032" cy="502920"/>
          </a:xfrm>
          <a:prstGeom prst="chevron">
            <a:avLst/>
          </a:prstGeom>
          <a:solidFill>
            <a:srgbClr val="4A637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9235440" y="201168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121C2E"/>
          </a:solidFill>
          <a:ln w="1524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10104120" y="2304288"/>
            <a:ext cx="731520" cy="731520"/>
          </a:xfrm>
          <a:prstGeom prst="ellipse">
            <a:avLst/>
          </a:prstGeom>
          <a:solidFill>
            <a:srgbClr val="27C3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10104120" y="2496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64040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9FC"/>
                </a:solidFill>
              </a:rPr>
              <a:t>Answer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09760" y="37673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6C8"/>
                </a:solidFill>
              </a:rPr>
              <a:t>Copilot responds from the maintained documentation and cites the source.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3000" y="523036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9FC"/>
                </a:solidFill>
              </a:rPr>
              <a:t>The connector is the final adoption layer: it turns generated technical documentation into searchable, conversational knowledge.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7C3F3"/>
                </a:solidFill>
              </a:rPr>
              <a:t>VALUE FOR INBIZ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9FC"/>
                </a:solidFill>
              </a:rPr>
              <a:t>More consultant time spent helping customers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8"/>
                </a:solidFill>
              </a:rPr>
              <a:t>The solution makes technical knowledge reusable, searchable and current.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64008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941832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Faster answers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2542032"/>
            <a:ext cx="47548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Consultants can ask Copilot instead of locating repositories or reading 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64008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565392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Less dependency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65392" y="2542032"/>
            <a:ext cx="47548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Knowledge is available beyond the developer who created the customization.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127248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64008" cy="1051560"/>
          </a:xfrm>
          <a:prstGeom prst="rect">
            <a:avLst/>
          </a:prstGeom>
          <a:solidFill>
            <a:srgbClr val="37C58A"/>
          </a:solidFill>
          <a:ln w="12700">
            <a:solidFill>
              <a:srgbClr val="37C5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941832" y="33558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Lower maintenance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41832" y="3840480"/>
            <a:ext cx="47548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Documentation updates incrementally when code changes.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3127248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6309360" y="3127248"/>
            <a:ext cx="64008" cy="1051560"/>
          </a:xfrm>
          <a:prstGeom prst="rect">
            <a:avLst/>
          </a:prstGeom>
          <a:solidFill>
            <a:srgbClr val="27C3F3"/>
          </a:solidFill>
          <a:ln w="12700">
            <a:solidFill>
              <a:srgbClr val="27C3F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6565392" y="33558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Safer delivery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65392" y="3840480"/>
            <a:ext cx="47548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Version mismatches and unpublished changes become visible.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425696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685800" y="4425696"/>
            <a:ext cx="64008" cy="105156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941832" y="46542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Reusable release notes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1832" y="5138928"/>
            <a:ext cx="47548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Change tracking produces a customer-readable history.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4425696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2637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6309360" y="4425696"/>
            <a:ext cx="64008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6565392" y="46542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Scalable governance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65392" y="5138928"/>
            <a:ext cx="47548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C8"/>
                </a:solidFill>
              </a:rPr>
              <a:t>Monitoring and evaluation support controlled expansion across customers.</a:t>
            </a:r>
            <a:endParaRPr lang="en-US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7C3F3"/>
                </a:solidFill>
              </a:rPr>
              <a:t>THE OUTCOME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9FC"/>
                </a:solidFill>
              </a:rPr>
              <a:t>Trusted customer knowledge, kept alive by the delivery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8"/>
                </a:solidFill>
              </a:rPr>
              <a:t>BC Deployment Analyzer connects development, operations and consulting in one continuous knowledge flow.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0835640" cy="1874520"/>
          </a:xfrm>
          <a:prstGeom prst="roundRect">
            <a:avLst>
              <a:gd name="adj" fmla="val 3902"/>
            </a:avLst>
          </a:prstGeom>
          <a:solidFill>
            <a:srgbClr val="13213A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10012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F9FC"/>
                </a:solidFill>
              </a:rPr>
              <a:t>Code changes become current documentation.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7F9FC"/>
                </a:solidFill>
              </a:rPr>
              <a:t>Current documentation becomes grounded Copilot answers.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28800" y="425196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37C58A">
              <a:alpha val="90000"/>
            </a:srgbClr>
          </a:solidFill>
          <a:ln w="12700">
            <a:solidFill>
              <a:srgbClr val="37C5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1920240" y="43251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</a:rPr>
              <a:t>CURRENT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0520" y="425196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251960" y="43251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</a:rPr>
              <a:t>GROUNDED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425196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6583680" y="43251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</a:rPr>
              <a:t>SEARCHABLE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23960" y="425196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F5B942">
              <a:alpha val="90000"/>
            </a:srgbClr>
          </a:solidFill>
          <a:ln w="12700">
            <a:solidFill>
              <a:srgbClr val="F5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8915400" y="43251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</a:rPr>
              <a:t>GOVERNED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5074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6C8"/>
                </a:solidFill>
              </a:rPr>
              <a:t>A practical foundation for saving consultant time across InBiz.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40" name="Repo Link"/>
          <p:cNvSpPr/>
          <p:nvPr/>
        </p:nvSpPr>
        <p:spPr>
          <a:xfrm>
            <a:off x="1965960" y="5700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A0F7"/>
                </a:solidFill>
                <a:hlinkClick xmlns:r="http://schemas.openxmlformats.org/officeDocument/2006/relationships" r:id="rId3"/>
              </a:rPr>
              <a:t>github.com/hannisky/BC-Deployment-Analyser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7C3F3"/>
                </a:solidFill>
              </a:rPr>
              <a:t>AUTOMATED, REPEATABLE DEPLOYMENT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9FC"/>
                </a:solidFill>
              </a:rPr>
              <a:t>The pipeline deploys and runs itself — no manual babysitting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8"/>
                </a:solidFill>
              </a:rPr>
              <a:t>Infrastructure and documentation generation are both automated, idempotent and safe to re-run.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121C2E"/>
          </a:solidFill>
          <a:ln w="1524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1463040" y="2304288"/>
            <a:ext cx="731520" cy="731520"/>
          </a:xfrm>
          <a:prstGeom prst="ellipse">
            <a:avLst/>
          </a:prstGeom>
          <a:solidFill>
            <a:srgbClr val="37C5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1463040" y="2496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9FC"/>
                </a:solidFill>
              </a:rPr>
              <a:t>Provision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7673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6C8"/>
                </a:solidFill>
              </a:rPr>
              <a:t>deploy.sh provisions Foundry resources, safely reusing what already exists.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36392" y="3035808"/>
            <a:ext cx="256032" cy="502920"/>
          </a:xfrm>
          <a:prstGeom prst="chevron">
            <a:avLst/>
          </a:prstGeom>
          <a:solidFill>
            <a:srgbClr val="4A637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18264A"/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4343400" y="2304288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4343400" y="2496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9FC"/>
                </a:solidFill>
              </a:rPr>
              <a:t>Trigger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37673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6C8"/>
                </a:solidFill>
              </a:rPr>
              <a:t>GitHub Actions runs the pipeline on a schedule or on demand.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16752" y="3035808"/>
            <a:ext cx="256032" cy="502920"/>
          </a:xfrm>
          <a:prstGeom prst="chevron">
            <a:avLst/>
          </a:prstGeom>
          <a:solidFill>
            <a:srgbClr val="4A637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6355080" y="201168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121C2E"/>
          </a:solidFill>
          <a:ln w="1524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7223760" y="2304288"/>
            <a:ext cx="731520" cy="7315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7223760" y="2496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9FC"/>
                </a:solidFill>
              </a:rPr>
              <a:t>Authenticate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37673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6C8"/>
                </a:solidFill>
              </a:rPr>
              <a:t>OIDC federated identity signs in — no stored secrets or keys.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97112" y="3035808"/>
            <a:ext cx="256032" cy="502920"/>
          </a:xfrm>
          <a:prstGeom prst="chevron">
            <a:avLst/>
          </a:prstGeom>
          <a:solidFill>
            <a:srgbClr val="4A637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9235440" y="201168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121C2E"/>
          </a:solidFill>
          <a:ln w="1524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10104120" y="2304288"/>
            <a:ext cx="731520" cy="731520"/>
          </a:xfrm>
          <a:prstGeom prst="ellipse">
            <a:avLst/>
          </a:prstGeom>
          <a:solidFill>
            <a:srgbClr val="27C3F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10104120" y="2496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64040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9FC"/>
                </a:solidFill>
              </a:rPr>
              <a:t>Verify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09760" y="37673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6C8"/>
                </a:solidFill>
              </a:rPr>
              <a:t>Every response is scored against a test set before it is published.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3000" y="523036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9FC"/>
                </a:solidFill>
              </a:rPr>
              <a:t>Re-running deployment or the pipeline is always safe: existing resources are reused and unchanged repositories are skipped.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1031</Words>
  <Application>Microsoft Office PowerPoint</Application>
  <PresentationFormat>Bredbild</PresentationFormat>
  <Paragraphs>148</Paragraphs>
  <Slides>11</Slides>
  <Notes>11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InBiz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 Deployment Analyzer | InBiz</dc:title>
  <dc:subject>BC Deployment Analyzer</dc:subject>
  <dc:creator>Hannes Kalisky</dc:creator>
  <cp:lastModifiedBy>Hannes Kalisky</cp:lastModifiedBy>
  <cp:revision>10</cp:revision>
  <dcterms:created xsi:type="dcterms:W3CDTF">2026-09-17T13:36:21Z</dcterms:created>
  <dcterms:modified xsi:type="dcterms:W3CDTF">2026-09-22T11:02:55Z</dcterms:modified>
</cp:coreProperties>
</file>